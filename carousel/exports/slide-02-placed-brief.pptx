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762000"/>
            <a:ext cx="8763000" cy="10953750"/>
          </a:xfrm>
          <a:prstGeom prst="roundRect">
            <a:avLst/>
          </a:prstGeom>
          <a:solidFill>
            <a:srgbClr val="1A1A18"/>
          </a:solidFill>
          <a:ln w="12700">
            <a:solidFill>
              <a:srgbClr val="2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38100" cy="10953750"/>
          </a:xfrm>
          <a:prstGeom prst="rect">
            <a:avLst/>
          </a:prstGeom>
          <a:solidFill>
            <a:srgbClr val="4A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19200" y="1181100"/>
            <a:ext cx="7886700" cy="1714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25" b="0" i="0">
                <a:solidFill>
                  <a:srgbClr val="639922"/>
                </a:solidFill>
                <a:latin typeface="DM Sans"/>
              </a:rPr>
              <a:t>BRIEF · PLACED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1504950"/>
            <a:ext cx="78867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F0EFE8"/>
                </a:solidFill>
                <a:latin typeface="DM Sans"/>
              </a:rPr>
              <a:t>Nike West Africa · Brand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1924050"/>
            <a:ext cx="8724900" cy="9525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19200" y="2162175"/>
            <a:ext cx="7886700" cy="76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100" b="0" i="0">
                <a:solidFill>
                  <a:srgbClr val="F0EFE8"/>
                </a:solidFill>
                <a:latin typeface="DM Serif Display"/>
              </a:rPr>
              <a:t>Amapiano · 30-sec ad 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057525"/>
            <a:ext cx="78867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888780"/>
                </a:solidFill>
                <a:latin typeface="DM Sans"/>
              </a:rPr>
              <a:t>Regional · West Africa · 1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9200" y="3438525"/>
            <a:ext cx="952500" cy="323850"/>
          </a:xfrm>
          <a:prstGeom prst="round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900" b="0">
                <a:solidFill>
                  <a:srgbClr val="EAF3DE"/>
                </a:solidFill>
                <a:latin typeface="DM Sans"/>
              </a:rPr>
              <a:t>✓  Placed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4048125"/>
            <a:ext cx="8724900" cy="9525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19200" y="430530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SYNC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4514850"/>
            <a:ext cx="396240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0" i="0">
                <a:solidFill>
                  <a:srgbClr val="639922"/>
                </a:solidFill>
                <a:latin typeface="DM Serif Display"/>
              </a:rPr>
              <a:t>$3,200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430530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COMMISSION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0" y="4514850"/>
            <a:ext cx="396240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888780"/>
                </a:solidFill>
                <a:latin typeface="DM Sans"/>
              </a:rPr>
              <a:t>$480  (15%)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516255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PLACED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5372100"/>
            <a:ext cx="39624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F0EFE8"/>
                </a:solidFill>
                <a:latin typeface="DM Sans"/>
              </a:rPr>
              <a:t>Apr 14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00" y="516255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COMPOSER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3500" y="5372100"/>
            <a:ext cx="39624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F0EFE8"/>
                </a:solidFill>
                <a:latin typeface="DM Sans"/>
              </a:rPr>
              <a:t>Tunde 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100" y="601980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100" y="6229350"/>
            <a:ext cx="39624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F0EFE8"/>
                </a:solidFill>
                <a:latin typeface="DM Sans"/>
              </a:rPr>
              <a:t>Lagos Summer v3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0" y="601980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USAGE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3500" y="6229350"/>
            <a:ext cx="39624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F0EFE8"/>
                </a:solidFill>
                <a:latin typeface="DM Sans"/>
              </a:rPr>
              <a:t>West Africa · 1 yr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" y="6953250"/>
            <a:ext cx="8724900" cy="9525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0100" y="7172325"/>
            <a:ext cx="8724900" cy="685800"/>
          </a:xfrm>
          <a:prstGeom prst="rect">
            <a:avLst/>
          </a:prstGeom>
          <a:solidFill>
            <a:srgbClr val="1D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0100" y="7172325"/>
            <a:ext cx="8724900" cy="9525"/>
          </a:xfrm>
          <a:prstGeom prst="rect">
            <a:avLst/>
          </a:prstGeom>
          <a:solidFill>
            <a:srgbClr val="4A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19200" y="7381875"/>
            <a:ext cx="6400800" cy="2667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0">
                <a:solidFill>
                  <a:srgbClr val="888780"/>
                </a:solidFill>
                <a:latin typeface="DM Sans"/>
              </a:rPr>
              <a:t>Deal closed  ·  Intro sent  ·  Invoice issued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7700" y="7343775"/>
            <a:ext cx="114300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500" b="0" i="0">
                <a:solidFill>
                  <a:srgbClr val="639922"/>
                </a:solidFill>
                <a:latin typeface="DM Serif Display"/>
              </a:rPr>
              <a:t>$3,200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" y="8143875"/>
            <a:ext cx="8724900" cy="9525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181100" y="8401050"/>
            <a:ext cx="7924800" cy="666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50" b="0" i="0">
                <a:solidFill>
                  <a:srgbClr val="F0EFE8"/>
                </a:solidFill>
                <a:latin typeface="DM Serif Display"/>
              </a:rPr>
              <a:t>Your sound is in demand. The world just doesn't know where to find you.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1100" y="9144000"/>
            <a:ext cx="7924800" cy="4191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0">
                <a:solidFill>
                  <a:srgbClr val="888780"/>
                </a:solidFill>
                <a:latin typeface="DM Sans"/>
              </a:rPr>
              <a:t>Apply to join SyncMaster. Vetted composers only.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1100" y="9715500"/>
            <a:ext cx="2095500" cy="457200"/>
          </a:xfrm>
          <a:prstGeom prst="roundRect">
            <a:avLst/>
          </a:prstGeom>
          <a:solidFill>
            <a:srgbClr val="1A1A18"/>
          </a:solidFill>
          <a:ln w="12700">
            <a:solidFill>
              <a:srgbClr val="2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181100" y="9829800"/>
            <a:ext cx="2095500" cy="2667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75" b="1" i="0">
                <a:solidFill>
                  <a:srgbClr val="F0EFE8"/>
                </a:solidFill>
                <a:latin typeface="DM Sans"/>
              </a:rPr>
              <a:t>Apply now →</a:t>
            </a:r>
          </a:p>
        </p:txBody>
      </p:sp>
      <p:sp>
        <p:nvSpPr>
          <p:cNvPr id="33" name="Oval 32"/>
          <p:cNvSpPr/>
          <p:nvPr/>
        </p:nvSpPr>
        <p:spPr>
          <a:xfrm>
            <a:off x="762000" y="12106275"/>
            <a:ext cx="95250" cy="95250"/>
          </a:xfrm>
          <a:prstGeom prst="ellipse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3450" y="12058650"/>
            <a:ext cx="1524000" cy="2095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75" b="1" i="0">
                <a:solidFill>
                  <a:srgbClr val="F0EFE8"/>
                </a:solidFill>
                <a:latin typeface="DM Sans"/>
              </a:rPr>
              <a:t>SyncMaster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0" y="12058650"/>
            <a:ext cx="1047750" cy="2095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DM Sans"/>
              </a:rPr>
              <a:t>syncmaster.io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