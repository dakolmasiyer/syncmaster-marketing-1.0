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4286250"/>
            <a:ext cx="84772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350" b="1" spc="-499">
                <a:solidFill>
                  <a:srgbClr val="FFFFFF"/>
                </a:solidFill>
                <a:latin typeface="DM Sans"/>
              </a:rPr>
              <a:t>Unlock Global Music Revenue.</a:t>
            </a:r>
          </a:p>
        </p:txBody>
      </p:sp>
      <p:pic>
        <p:nvPicPr>
          <p:cNvPr id="3" name="Picture 2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952500"/>
            <a:ext cx="3810000" cy="2857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DM Sans"/>
              </a:rPr>
              <a:t>SYNCMASTER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11620500"/>
            <a:ext cx="142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" b="0" spc="66">
                <a:solidFill>
                  <a:srgbClr val="FFFFFF"/>
                </a:solidFill>
                <a:latin typeface="DM Sans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2857500"/>
            <a:ext cx="84772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spc="-326">
                <a:solidFill>
                  <a:srgbClr val="C9E834"/>
                </a:solidFill>
                <a:latin typeface="DM Sans"/>
              </a:rPr>
              <a:t>812%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4286250"/>
            <a:ext cx="847725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300" b="1" spc="-428">
                <a:solidFill>
                  <a:srgbClr val="FFFFFF"/>
                </a:solidFill>
                <a:latin typeface="DM Sans"/>
              </a:rPr>
              <a:t>Growth in Sync Demand.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DM Sans"/>
              </a:rPr>
              <a:t>SYNCMASTER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11620500"/>
            <a:ext cx="142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" b="0" spc="66">
                <a:solidFill>
                  <a:srgbClr val="FFFFFF"/>
                </a:solidFill>
                <a:latin typeface="DM Sans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252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4875" y="1905000"/>
            <a:ext cx="847725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300" b="1" spc="-428">
                <a:solidFill>
                  <a:srgbClr val="FFFFFF"/>
                </a:solidFill>
                <a:latin typeface="DM Sans"/>
              </a:rPr>
              <a:t>Your Rights Matter.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4875" y="4286250"/>
            <a:ext cx="847725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 spc="-173">
                <a:solidFill>
                  <a:srgbClr val="FFFFFF"/>
                </a:solidFill>
                <a:latin typeface="DM Sans"/>
              </a:rPr>
              <a:t>Don't sign away your future for a one-time fee.</a:t>
            </a:r>
          </a:p>
        </p:txBody>
      </p:sp>
      <p:pic>
        <p:nvPicPr>
          <p:cNvPr id="4" name="Picture 3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7620000"/>
            <a:ext cx="847725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866775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1" spc="165">
                <a:solidFill>
                  <a:srgbClr val="FFFFFF"/>
                </a:solidFill>
                <a:latin typeface="DM Sans"/>
              </a:rPr>
              <a:t>SYNCMASTER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0" y="11620500"/>
            <a:ext cx="142875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" b="0" spc="66">
                <a:solidFill>
                  <a:srgbClr val="FFFFFF"/>
                </a:solidFill>
                <a:latin typeface="DM Sans"/>
              </a:rPr>
              <a:t>03 / 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