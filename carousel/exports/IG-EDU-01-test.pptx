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350" b="1" spc="-499">
                <a:solidFill>
                  <a:srgbClr val="FFFFFF"/>
                </a:solidFill>
                <a:latin typeface="Space Grotesk"/>
              </a:rPr>
              <a:t>Nobody explained this in music school.
And it's worth more than anything they did teach you. 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Space Grotesk"/>
              </a:rPr>
              <a:t>Sync licensing = your music in film, TV, ads &amp; games.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Space Grotesk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2857500"/>
            <a:ext cx="84772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spc="-326">
                <a:solidFill>
                  <a:srgbClr val="C9E834"/>
                </a:solidFill>
                <a:latin typeface="Space Grotesk"/>
              </a:rPr>
              <a:t>$5k-$75k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300" b="1" spc="-428">
                <a:solidFill>
                  <a:srgbClr val="FFFFFF"/>
                </a:solidFill>
                <a:latin typeface="Space Grotesk"/>
              </a:rPr>
              <a:t>One Netflix scene: $5,000–$20,000.
One global ad campaign: $10,000–$75,000.
Upfront. Not per stream.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Space Grotesk"/>
              </a:rPr>
              <a:t>Here's the full breakdown — swipe through: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Space Grotesk"/>
              </a:rPr>
              <a:t>→ What sync licensing actually is
→ Who's involved and what they each do
→ What placements actually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Space Grotesk"/>
              </a:rPr>
              <a:t>The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Space Grotesk"/>
              </a:rPr>
              <a:t>→ The two licences in every single deal
→ What music supervisors actually look for
→ What "sync-ready" means for your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Space Grotesk"/>
              </a:rPr>
              <a:t>The African opportunity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Space Grotesk"/>
              </a:rPr>
              <a:t>→ How to get started
This is the foundation. Everything else builds on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Space Grotesk"/>
              </a:rPr>
              <a:t>Save this.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Space Grotesk"/>
              </a:rPr>
              <a:t>Share it with a composer who needs to know.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Space Grotesk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