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762000"/>
            <a:ext cx="8763000" cy="10953750"/>
          </a:xfrm>
          <a:prstGeom prst="roundRect">
            <a:avLst/>
          </a:prstGeom>
          <a:solidFill>
            <a:srgbClr val="1A1A18"/>
          </a:solidFill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1100" y="1181100"/>
            <a:ext cx="7924800" cy="171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25" b="0" i="0">
                <a:solidFill>
                  <a:srgbClr val="888780"/>
                </a:solidFill>
                <a:latin typeface="DM Sans"/>
              </a:rPr>
              <a:t>BRIEF · OPEN FOR SUBMISSIONS</a:t>
            </a:r>
          </a:p>
        </p:txBody>
      </p:sp>
      <p:sp>
        <p:nvSpPr>
          <p:cNvPr id="4" name="Oval 3"/>
          <p:cNvSpPr/>
          <p:nvPr/>
        </p:nvSpPr>
        <p:spPr>
          <a:xfrm>
            <a:off x="1181100" y="1581150"/>
            <a:ext cx="266700" cy="26670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7775" y="1600200"/>
            <a:ext cx="190500" cy="19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50" b="1" i="0">
                <a:solidFill>
                  <a:srgbClr val="EAF3DE"/>
                </a:solidFill>
                <a:latin typeface="DM San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100" y="1609725"/>
            <a:ext cx="7543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75" b="0" i="0">
                <a:solidFill>
                  <a:srgbClr val="F0EFE8"/>
                </a:solidFill>
                <a:latin typeface="DM Sans"/>
              </a:rPr>
              <a:t>Netflix Original Series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114550"/>
            <a:ext cx="87630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81100" y="2352675"/>
            <a:ext cx="7924800" cy="76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100" b="0" i="0">
                <a:solidFill>
                  <a:srgbClr val="F0EFE8"/>
                </a:solidFill>
                <a:latin typeface="DM Serif Display"/>
              </a:rPr>
              <a:t>Afrobeat score for premium TV drama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248025"/>
            <a:ext cx="79248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888780"/>
                </a:solidFill>
                <a:latin typeface="DM Sans"/>
              </a:rPr>
              <a:t>Post-production · Global rights · Instrumental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3705225"/>
            <a:ext cx="87630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81100" y="394335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415290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639922"/>
                </a:solidFill>
                <a:latin typeface="DM Sans"/>
              </a:rPr>
              <a:t>$2,500 – $5,000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394335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0" y="415290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Global · 3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472440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EXCLUSIVITY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493395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Non-exclusive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0" y="472440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TRACK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0" y="493395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60 – 120 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550545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571500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0" y="5505450"/>
            <a:ext cx="39624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0" i="0">
                <a:solidFill>
                  <a:srgbClr val="888780"/>
                </a:solidFill>
                <a:latin typeface="DM Sans"/>
              </a:rPr>
              <a:t>RIGHTS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3500" y="5715000"/>
            <a:ext cx="3962400" cy="247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F0EFE8"/>
                </a:solidFill>
                <a:latin typeface="DM Sans"/>
              </a:rPr>
              <a:t>One-stop preferred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6362700"/>
            <a:ext cx="87630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181100" y="6581775"/>
            <a:ext cx="904875" cy="304800"/>
          </a:xfrm>
          <a:prstGeom prst="roundRect">
            <a:avLst/>
          </a:prstGeom>
          <a:noFill/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825" b="0">
                <a:solidFill>
                  <a:srgbClr val="888780"/>
                </a:solidFill>
                <a:latin typeface="DM Sans"/>
              </a:rPr>
              <a:t>Afrobeats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81225" y="6581775"/>
            <a:ext cx="904875" cy="304800"/>
          </a:xfrm>
          <a:prstGeom prst="roundRect">
            <a:avLst/>
          </a:prstGeom>
          <a:noFill/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825" b="0">
                <a:solidFill>
                  <a:srgbClr val="888780"/>
                </a:solidFill>
                <a:latin typeface="DM Sans"/>
              </a:rPr>
              <a:t>Emotional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81350" y="6581775"/>
            <a:ext cx="904875" cy="304800"/>
          </a:xfrm>
          <a:prstGeom prst="roundRect">
            <a:avLst/>
          </a:prstGeom>
          <a:noFill/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825" b="0">
                <a:solidFill>
                  <a:srgbClr val="888780"/>
                </a:solidFill>
                <a:latin typeface="DM Sans"/>
              </a:rPr>
              <a:t>Mid-tempo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81475" y="6581775"/>
            <a:ext cx="1104900" cy="304800"/>
          </a:xfrm>
          <a:prstGeom prst="roundRect">
            <a:avLst/>
          </a:prstGeom>
          <a:noFill/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825" b="0">
                <a:solidFill>
                  <a:srgbClr val="888780"/>
                </a:solidFill>
                <a:latin typeface="DM Sans"/>
              </a:rPr>
              <a:t>Instrumental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7210425"/>
            <a:ext cx="87630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181100" y="7429500"/>
            <a:ext cx="114300" cy="114300"/>
          </a:xfrm>
          <a:prstGeom prst="ellipse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7429500"/>
            <a:ext cx="114300" cy="114300"/>
          </a:xfrm>
          <a:prstGeom prst="ellipse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62100" y="7429500"/>
            <a:ext cx="114300" cy="114300"/>
          </a:xfrm>
          <a:prstGeom prst="ellipse">
            <a:avLst/>
          </a:prstGeom>
          <a:solidFill>
            <a:srgbClr val="1A1A18"/>
          </a:solidFill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52600" y="7429500"/>
            <a:ext cx="114300" cy="114300"/>
          </a:xfrm>
          <a:prstGeom prst="ellipse">
            <a:avLst/>
          </a:prstGeom>
          <a:solidFill>
            <a:srgbClr val="1A1A18"/>
          </a:solidFill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43100" y="7429500"/>
            <a:ext cx="114300" cy="114300"/>
          </a:xfrm>
          <a:prstGeom prst="ellipse">
            <a:avLst/>
          </a:prstGeom>
          <a:solidFill>
            <a:srgbClr val="1A1A18"/>
          </a:solidFill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71700" y="7419975"/>
            <a:ext cx="2476500" cy="152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25" b="0" i="0">
                <a:solidFill>
                  <a:srgbClr val="888780"/>
                </a:solidFill>
                <a:latin typeface="DM Sans"/>
              </a:rPr>
              <a:t>2 of 5 slots filled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5775" y="7391400"/>
            <a:ext cx="1000125" cy="190500"/>
          </a:xfrm>
          <a:prstGeom prst="roundRect">
            <a:avLst/>
          </a:prstGeom>
          <a:solidFill>
            <a:srgbClr val="3A2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825" b="0">
                <a:solidFill>
                  <a:srgbClr val="D97706"/>
                </a:solidFill>
                <a:latin typeface="DM Sans"/>
              </a:rPr>
              <a:t>9 days left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000" y="8096250"/>
            <a:ext cx="8763000" cy="9525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81100" y="8353425"/>
            <a:ext cx="7924800" cy="666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0" i="0">
                <a:solidFill>
                  <a:srgbClr val="F0EFE8"/>
                </a:solidFill>
                <a:latin typeface="DM Serif Display"/>
              </a:rPr>
              <a:t>One placement pays more than 6 months of streaming.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1100" y="9096375"/>
            <a:ext cx="7924800" cy="419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 i="0">
                <a:solidFill>
                  <a:srgbClr val="888780"/>
                </a:solidFill>
                <a:latin typeface="DM Sans"/>
              </a:rPr>
              <a:t>Vetted composers only. Up to 3 tracks. We make the intro.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1100" y="9667875"/>
            <a:ext cx="2095500" cy="457200"/>
          </a:xfrm>
          <a:prstGeom prst="roundRect">
            <a:avLst/>
          </a:prstGeom>
          <a:solidFill>
            <a:srgbClr val="1A1A18"/>
          </a:solidFill>
          <a:ln w="12700">
            <a:solidFill>
              <a:srgbClr val="2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181100" y="9782175"/>
            <a:ext cx="2095500" cy="2667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75" b="1" i="0">
                <a:solidFill>
                  <a:srgbClr val="F0EFE8"/>
                </a:solidFill>
                <a:latin typeface="DM Sans"/>
              </a:rPr>
              <a:t>Submit a track →</a:t>
            </a:r>
          </a:p>
        </p:txBody>
      </p:sp>
      <p:sp>
        <p:nvSpPr>
          <p:cNvPr id="41" name="Oval 40"/>
          <p:cNvSpPr/>
          <p:nvPr/>
        </p:nvSpPr>
        <p:spPr>
          <a:xfrm>
            <a:off x="762000" y="12106275"/>
            <a:ext cx="95250" cy="95250"/>
          </a:xfrm>
          <a:prstGeom prst="ellipse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450" y="12058650"/>
            <a:ext cx="1524000" cy="2095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75" b="1" i="0">
                <a:solidFill>
                  <a:srgbClr val="F0EFE8"/>
                </a:solidFill>
                <a:latin typeface="DM Sans"/>
              </a:rPr>
              <a:t>SyncMaster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7250" y="12058650"/>
            <a:ext cx="1047750" cy="2095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DM Sans"/>
              </a:rPr>
              <a:t>syncmaster.io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