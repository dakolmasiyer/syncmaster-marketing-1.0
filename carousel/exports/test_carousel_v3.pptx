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3810000"/>
            <a:ext cx="84772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350" b="1" spc="-499">
                <a:solidFill>
                  <a:srgbClr val="FFFFFF"/>
                </a:solidFill>
                <a:latin typeface="DM Sans"/>
              </a:rPr>
              <a:t>Music Sync Licensing is Changing.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DM Sans"/>
              </a:rPr>
              <a:t>SYNCMASTER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1905000"/>
            <a:ext cx="847725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0" b="1" spc="-428">
                <a:solidFill>
                  <a:srgbClr val="FFFFFF"/>
                </a:solidFill>
                <a:latin typeface="DM Sans"/>
              </a:rPr>
              <a:t>Why it matters.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4286250"/>
            <a:ext cx="84772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 spc="-173">
                <a:solidFill>
                  <a:srgbClr val="FFFFFF"/>
                </a:solidFill>
                <a:latin typeface="DM Sans"/>
              </a:rPr>
              <a:t>Your music deserves to be on the world's biggest stages. SyncMaster connects you directly to global opportunities.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DM Sans"/>
              </a:rPr>
              <a:t>SYNCMASTER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